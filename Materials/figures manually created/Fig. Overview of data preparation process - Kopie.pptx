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52" r:id="rId2"/>
  </p:sldIdLst>
  <p:sldSz cx="6443663" cy="575945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4697"/>
  </p:normalViewPr>
  <p:slideViewPr>
    <p:cSldViewPr snapToGrid="0">
      <p:cViewPr varScale="1">
        <p:scale>
          <a:sx n="124" d="100"/>
          <a:sy n="124" d="100"/>
        </p:scale>
        <p:origin x="22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E57385-BFF9-429F-8B12-0940D9BFDC0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703388" y="1143000"/>
            <a:ext cx="345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20DDE-04DC-4B3A-AE23-D33D35E2C56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64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703388" y="1143000"/>
            <a:ext cx="3451225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CEC26-D181-4CB4-B665-D6D96AE6AE5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568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00C5B8-704D-EC27-937F-A214A812A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465" y="942582"/>
            <a:ext cx="4832747" cy="2005141"/>
          </a:xfrm>
        </p:spPr>
        <p:txBody>
          <a:bodyPr anchor="b"/>
          <a:lstStyle>
            <a:lvl1pPr algn="ctr">
              <a:defRPr sz="8786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9D7C7C3-3632-D759-173F-299E66B4F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5465" y="3025046"/>
            <a:ext cx="4832747" cy="1390534"/>
          </a:xfrm>
        </p:spPr>
        <p:txBody>
          <a:bodyPr/>
          <a:lstStyle>
            <a:lvl1pPr marL="0" indent="0" algn="ctr">
              <a:buNone/>
              <a:defRPr sz="3515"/>
            </a:lvl1pPr>
            <a:lvl2pPr marL="669542" indent="0" algn="ctr">
              <a:buNone/>
              <a:defRPr sz="2929"/>
            </a:lvl2pPr>
            <a:lvl3pPr marL="1339083" indent="0" algn="ctr">
              <a:buNone/>
              <a:defRPr sz="2636"/>
            </a:lvl3pPr>
            <a:lvl4pPr marL="2008625" indent="0" algn="ctr">
              <a:buNone/>
              <a:defRPr sz="2343"/>
            </a:lvl4pPr>
            <a:lvl5pPr marL="2678167" indent="0" algn="ctr">
              <a:buNone/>
              <a:defRPr sz="2343"/>
            </a:lvl5pPr>
            <a:lvl6pPr marL="3347709" indent="0" algn="ctr">
              <a:buNone/>
              <a:defRPr sz="2343"/>
            </a:lvl6pPr>
            <a:lvl7pPr marL="4017249" indent="0" algn="ctr">
              <a:buNone/>
              <a:defRPr sz="2343"/>
            </a:lvl7pPr>
            <a:lvl8pPr marL="4686792" indent="0" algn="ctr">
              <a:buNone/>
              <a:defRPr sz="2343"/>
            </a:lvl8pPr>
            <a:lvl9pPr marL="5356332" indent="0" algn="ctr">
              <a:buNone/>
              <a:defRPr sz="2343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3DD1A4-7737-DD92-01CE-6012B29A1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BBB5-676D-4F44-9A00-181B7A6F52CE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398561-117C-8E51-E441-1845010E3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46FE0B-2542-97E1-5774-0606B85D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AA05-0AD0-5949-BCA8-0A705A997D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3986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8C85C5-789B-47AC-95E8-CF3D283CF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A135F9-AE6D-20D9-52F6-955CBE2C9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71044A-DB3C-5203-CC96-BC1B8E990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BBB5-676D-4F44-9A00-181B7A6F52CE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4ACEE5-2386-73FA-B746-FEA6383C0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2E5F63-B374-C75F-EF70-C9B8778C9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AA05-0AD0-5949-BCA8-0A705A997D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6019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5EE4F-B170-EA4A-A906-331C354B2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659" y="1435870"/>
            <a:ext cx="5557660" cy="2395771"/>
          </a:xfrm>
        </p:spPr>
        <p:txBody>
          <a:bodyPr anchor="b"/>
          <a:lstStyle>
            <a:lvl1pPr>
              <a:defRPr sz="8786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4EF0CA-F514-209B-3059-9A1E816B9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9659" y="3854307"/>
            <a:ext cx="5557660" cy="1259879"/>
          </a:xfrm>
        </p:spPr>
        <p:txBody>
          <a:bodyPr/>
          <a:lstStyle>
            <a:lvl1pPr marL="0" indent="0">
              <a:buNone/>
              <a:defRPr sz="3515">
                <a:solidFill>
                  <a:schemeClr val="tx1">
                    <a:tint val="82000"/>
                  </a:schemeClr>
                </a:solidFill>
              </a:defRPr>
            </a:lvl1pPr>
            <a:lvl2pPr marL="669542" indent="0">
              <a:buNone/>
              <a:defRPr sz="2929">
                <a:solidFill>
                  <a:schemeClr val="tx1">
                    <a:tint val="82000"/>
                  </a:schemeClr>
                </a:solidFill>
              </a:defRPr>
            </a:lvl2pPr>
            <a:lvl3pPr marL="1339083" indent="0">
              <a:buNone/>
              <a:defRPr sz="2636">
                <a:solidFill>
                  <a:schemeClr val="tx1">
                    <a:tint val="82000"/>
                  </a:schemeClr>
                </a:solidFill>
              </a:defRPr>
            </a:lvl3pPr>
            <a:lvl4pPr marL="2008625" indent="0">
              <a:buNone/>
              <a:defRPr sz="2343">
                <a:solidFill>
                  <a:schemeClr val="tx1">
                    <a:tint val="82000"/>
                  </a:schemeClr>
                </a:solidFill>
              </a:defRPr>
            </a:lvl4pPr>
            <a:lvl5pPr marL="2678167" indent="0">
              <a:buNone/>
              <a:defRPr sz="2343">
                <a:solidFill>
                  <a:schemeClr val="tx1">
                    <a:tint val="82000"/>
                  </a:schemeClr>
                </a:solidFill>
              </a:defRPr>
            </a:lvl5pPr>
            <a:lvl6pPr marL="3347709" indent="0">
              <a:buNone/>
              <a:defRPr sz="2343">
                <a:solidFill>
                  <a:schemeClr val="tx1">
                    <a:tint val="82000"/>
                  </a:schemeClr>
                </a:solidFill>
              </a:defRPr>
            </a:lvl6pPr>
            <a:lvl7pPr marL="4017249" indent="0">
              <a:buNone/>
              <a:defRPr sz="2343">
                <a:solidFill>
                  <a:schemeClr val="tx1">
                    <a:tint val="82000"/>
                  </a:schemeClr>
                </a:solidFill>
              </a:defRPr>
            </a:lvl7pPr>
            <a:lvl8pPr marL="4686792" indent="0">
              <a:buNone/>
              <a:defRPr sz="2343">
                <a:solidFill>
                  <a:schemeClr val="tx1">
                    <a:tint val="82000"/>
                  </a:schemeClr>
                </a:solidFill>
              </a:defRPr>
            </a:lvl8pPr>
            <a:lvl9pPr marL="5356332" indent="0">
              <a:buNone/>
              <a:defRPr sz="234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A77F77-AE2F-0253-932B-8B2916C5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BBB5-676D-4F44-9A00-181B7A6F52CE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779A38-5FD5-96C9-E0FC-FDE01C08F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344F94-E138-C9F5-6CDC-C5CBC292E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AA05-0AD0-5949-BCA8-0A705A997D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3417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EDB31E-1750-F0EA-059E-CA18854C0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D34420-EB5F-8C1D-77E1-1E768E85D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004" y="1533188"/>
            <a:ext cx="2738555" cy="36543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52607E9-E2D1-3E1C-7596-EB6FEE751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62107" y="1533188"/>
            <a:ext cx="2738555" cy="36543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FF24B1-9800-B9C2-8384-ACA7E771F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BBB5-676D-4F44-9A00-181B7A6F52CE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70A1635-DA79-E435-4EF1-1CDEA83A2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71366F-BA6A-004D-346D-386A84F25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AA05-0AD0-5949-BCA8-0A705A997D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7762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5EBA4-A9BB-AEA5-D101-8080BB7F0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45" y="306643"/>
            <a:ext cx="5557660" cy="1113227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A04D0-AE89-FC00-74B0-2DE6518D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3841" y="1411867"/>
            <a:ext cx="2725972" cy="691934"/>
          </a:xfrm>
        </p:spPr>
        <p:txBody>
          <a:bodyPr anchor="b"/>
          <a:lstStyle>
            <a:lvl1pPr marL="0" indent="0">
              <a:buNone/>
              <a:defRPr sz="3515" b="1"/>
            </a:lvl1pPr>
            <a:lvl2pPr marL="669542" indent="0">
              <a:buNone/>
              <a:defRPr sz="2929" b="1"/>
            </a:lvl2pPr>
            <a:lvl3pPr marL="1339083" indent="0">
              <a:buNone/>
              <a:defRPr sz="2636" b="1"/>
            </a:lvl3pPr>
            <a:lvl4pPr marL="2008625" indent="0">
              <a:buNone/>
              <a:defRPr sz="2343" b="1"/>
            </a:lvl4pPr>
            <a:lvl5pPr marL="2678167" indent="0">
              <a:buNone/>
              <a:defRPr sz="2343" b="1"/>
            </a:lvl5pPr>
            <a:lvl6pPr marL="3347709" indent="0">
              <a:buNone/>
              <a:defRPr sz="2343" b="1"/>
            </a:lvl6pPr>
            <a:lvl7pPr marL="4017249" indent="0">
              <a:buNone/>
              <a:defRPr sz="2343" b="1"/>
            </a:lvl7pPr>
            <a:lvl8pPr marL="4686792" indent="0">
              <a:buNone/>
              <a:defRPr sz="2343" b="1"/>
            </a:lvl8pPr>
            <a:lvl9pPr marL="5356332" indent="0">
              <a:buNone/>
              <a:defRPr sz="234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B0462A1-AC5A-0263-C2BE-8D711A5FD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3841" y="2103804"/>
            <a:ext cx="2725972" cy="309437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1E30697-6B0A-EFB2-3390-7C55495C2F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62116" y="1411867"/>
            <a:ext cx="2739395" cy="691934"/>
          </a:xfrm>
        </p:spPr>
        <p:txBody>
          <a:bodyPr anchor="b"/>
          <a:lstStyle>
            <a:lvl1pPr marL="0" indent="0">
              <a:buNone/>
              <a:defRPr sz="3515" b="1"/>
            </a:lvl1pPr>
            <a:lvl2pPr marL="669542" indent="0">
              <a:buNone/>
              <a:defRPr sz="2929" b="1"/>
            </a:lvl2pPr>
            <a:lvl3pPr marL="1339083" indent="0">
              <a:buNone/>
              <a:defRPr sz="2636" b="1"/>
            </a:lvl3pPr>
            <a:lvl4pPr marL="2008625" indent="0">
              <a:buNone/>
              <a:defRPr sz="2343" b="1"/>
            </a:lvl4pPr>
            <a:lvl5pPr marL="2678167" indent="0">
              <a:buNone/>
              <a:defRPr sz="2343" b="1"/>
            </a:lvl5pPr>
            <a:lvl6pPr marL="3347709" indent="0">
              <a:buNone/>
              <a:defRPr sz="2343" b="1"/>
            </a:lvl6pPr>
            <a:lvl7pPr marL="4017249" indent="0">
              <a:buNone/>
              <a:defRPr sz="2343" b="1"/>
            </a:lvl7pPr>
            <a:lvl8pPr marL="4686792" indent="0">
              <a:buNone/>
              <a:defRPr sz="2343" b="1"/>
            </a:lvl8pPr>
            <a:lvl9pPr marL="5356332" indent="0">
              <a:buNone/>
              <a:defRPr sz="234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F1732FC-FC62-4789-1286-1319CE0C3D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62116" y="2103804"/>
            <a:ext cx="2739395" cy="309437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BAE8BD1-8942-C7D8-36B9-BCDFD3E3B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BBB5-676D-4F44-9A00-181B7A6F52CE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866C648-A265-4487-EB56-B181DB91D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2092B8A-EDBA-8282-2D98-51276CB57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AA05-0AD0-5949-BCA8-0A705A997D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0117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15C9D7-C590-E009-2B80-0B934E75B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9B9185-6F4A-D949-45FD-8675DDD3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BBB5-676D-4F44-9A00-181B7A6F52CE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50209BD-88EA-9EE4-AE8C-3575000B4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508F0E9-588A-091B-82A8-6F376F90E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AA05-0AD0-5949-BCA8-0A705A997D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3352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558F225-8191-3198-4B11-BCBDE5806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BBB5-676D-4F44-9A00-181B7A6F52CE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321EC8A-0D11-8AE4-704D-1DD56A2B1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014D8B9-CE43-113D-E2BB-E9247881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AA05-0AD0-5949-BCA8-0A705A997D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5449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426CF0-2CE6-1C5C-EB0A-D4E478566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52" y="383969"/>
            <a:ext cx="2078249" cy="1343871"/>
          </a:xfrm>
        </p:spPr>
        <p:txBody>
          <a:bodyPr anchor="b"/>
          <a:lstStyle>
            <a:lvl1pPr>
              <a:defRPr sz="4685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B78F18-C799-EB3D-F399-915331B66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9399" y="829260"/>
            <a:ext cx="3262105" cy="4092943"/>
          </a:xfrm>
        </p:spPr>
        <p:txBody>
          <a:bodyPr/>
          <a:lstStyle>
            <a:lvl1pPr>
              <a:defRPr sz="4685"/>
            </a:lvl1pPr>
            <a:lvl2pPr>
              <a:defRPr sz="4100"/>
            </a:lvl2pPr>
            <a:lvl3pPr>
              <a:defRPr sz="3515"/>
            </a:lvl3pPr>
            <a:lvl4pPr>
              <a:defRPr sz="2929"/>
            </a:lvl4pPr>
            <a:lvl5pPr>
              <a:defRPr sz="2929"/>
            </a:lvl5pPr>
            <a:lvl6pPr>
              <a:defRPr sz="2929"/>
            </a:lvl6pPr>
            <a:lvl7pPr>
              <a:defRPr sz="2929"/>
            </a:lvl7pPr>
            <a:lvl8pPr>
              <a:defRPr sz="2929"/>
            </a:lvl8pPr>
            <a:lvl9pPr>
              <a:defRPr sz="2929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E0B04B-F622-9D11-4578-40623DFB2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852" y="1727841"/>
            <a:ext cx="2078249" cy="3201027"/>
          </a:xfrm>
        </p:spPr>
        <p:txBody>
          <a:bodyPr/>
          <a:lstStyle>
            <a:lvl1pPr marL="0" indent="0">
              <a:buNone/>
              <a:defRPr sz="2343"/>
            </a:lvl1pPr>
            <a:lvl2pPr marL="669542" indent="0">
              <a:buNone/>
              <a:defRPr sz="2051"/>
            </a:lvl2pPr>
            <a:lvl3pPr marL="1339083" indent="0">
              <a:buNone/>
              <a:defRPr sz="1756"/>
            </a:lvl3pPr>
            <a:lvl4pPr marL="2008625" indent="0">
              <a:buNone/>
              <a:defRPr sz="1464"/>
            </a:lvl4pPr>
            <a:lvl5pPr marL="2678167" indent="0">
              <a:buNone/>
              <a:defRPr sz="1464"/>
            </a:lvl5pPr>
            <a:lvl6pPr marL="3347709" indent="0">
              <a:buNone/>
              <a:defRPr sz="1464"/>
            </a:lvl6pPr>
            <a:lvl7pPr marL="4017249" indent="0">
              <a:buNone/>
              <a:defRPr sz="1464"/>
            </a:lvl7pPr>
            <a:lvl8pPr marL="4686792" indent="0">
              <a:buNone/>
              <a:defRPr sz="1464"/>
            </a:lvl8pPr>
            <a:lvl9pPr marL="5356332" indent="0">
              <a:buNone/>
              <a:defRPr sz="146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13D494-46AC-368D-2A60-3B93CB3E7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BBB5-676D-4F44-9A00-181B7A6F52CE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61183D-9053-5160-3C73-68C81D504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314945-C809-919F-81F9-EDA74035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AA05-0AD0-5949-BCA8-0A705A997D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358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AED88E-EACB-1622-A9DB-2B87F7FAF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52" y="383969"/>
            <a:ext cx="2078249" cy="1343871"/>
          </a:xfrm>
        </p:spPr>
        <p:txBody>
          <a:bodyPr anchor="b"/>
          <a:lstStyle>
            <a:lvl1pPr>
              <a:defRPr sz="4685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D6EB090-3074-1420-38BD-E6507961D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739399" y="829260"/>
            <a:ext cx="3262105" cy="4092943"/>
          </a:xfrm>
        </p:spPr>
        <p:txBody>
          <a:bodyPr/>
          <a:lstStyle>
            <a:lvl1pPr marL="0" indent="0">
              <a:buNone/>
              <a:defRPr sz="4685"/>
            </a:lvl1pPr>
            <a:lvl2pPr marL="669542" indent="0">
              <a:buNone/>
              <a:defRPr sz="4100"/>
            </a:lvl2pPr>
            <a:lvl3pPr marL="1339083" indent="0">
              <a:buNone/>
              <a:defRPr sz="3515"/>
            </a:lvl3pPr>
            <a:lvl4pPr marL="2008625" indent="0">
              <a:buNone/>
              <a:defRPr sz="2929"/>
            </a:lvl4pPr>
            <a:lvl5pPr marL="2678167" indent="0">
              <a:buNone/>
              <a:defRPr sz="2929"/>
            </a:lvl5pPr>
            <a:lvl6pPr marL="3347709" indent="0">
              <a:buNone/>
              <a:defRPr sz="2929"/>
            </a:lvl6pPr>
            <a:lvl7pPr marL="4017249" indent="0">
              <a:buNone/>
              <a:defRPr sz="2929"/>
            </a:lvl7pPr>
            <a:lvl8pPr marL="4686792" indent="0">
              <a:buNone/>
              <a:defRPr sz="2929"/>
            </a:lvl8pPr>
            <a:lvl9pPr marL="5356332" indent="0">
              <a:buNone/>
              <a:defRPr sz="2929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933D86-A330-ACD3-7632-CCB19BE1B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852" y="1727841"/>
            <a:ext cx="2078249" cy="3201027"/>
          </a:xfrm>
        </p:spPr>
        <p:txBody>
          <a:bodyPr/>
          <a:lstStyle>
            <a:lvl1pPr marL="0" indent="0">
              <a:buNone/>
              <a:defRPr sz="2343"/>
            </a:lvl1pPr>
            <a:lvl2pPr marL="669542" indent="0">
              <a:buNone/>
              <a:defRPr sz="2051"/>
            </a:lvl2pPr>
            <a:lvl3pPr marL="1339083" indent="0">
              <a:buNone/>
              <a:defRPr sz="1756"/>
            </a:lvl3pPr>
            <a:lvl4pPr marL="2008625" indent="0">
              <a:buNone/>
              <a:defRPr sz="1464"/>
            </a:lvl4pPr>
            <a:lvl5pPr marL="2678167" indent="0">
              <a:buNone/>
              <a:defRPr sz="1464"/>
            </a:lvl5pPr>
            <a:lvl6pPr marL="3347709" indent="0">
              <a:buNone/>
              <a:defRPr sz="1464"/>
            </a:lvl6pPr>
            <a:lvl7pPr marL="4017249" indent="0">
              <a:buNone/>
              <a:defRPr sz="1464"/>
            </a:lvl7pPr>
            <a:lvl8pPr marL="4686792" indent="0">
              <a:buNone/>
              <a:defRPr sz="1464"/>
            </a:lvl8pPr>
            <a:lvl9pPr marL="5356332" indent="0">
              <a:buNone/>
              <a:defRPr sz="146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03A10EF-7CFE-8AE7-D00D-4F356EB09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BBB5-676D-4F44-9A00-181B7A6F52CE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3CA4AF3-B829-52F7-BDC2-45F8F889B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0ABE0A6-3C98-5B42-6CDA-767BDDCF3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AA05-0AD0-5949-BCA8-0A705A997D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577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EE38A6-1358-FB58-6C16-D3E5B45D5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524F809-C5FF-B4D1-E638-7F7CD7437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224CA5-35F5-F44B-4C54-F5B176564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BBB5-676D-4F44-9A00-181B7A6F52CE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FE09D4-4357-8417-ABC6-4C799E8D5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410ABE-3FB6-6839-5F50-6BDEE8DAD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AA05-0AD0-5949-BCA8-0A705A997D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657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6CEE3A3-2422-E5E4-EC6E-C26370A650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611257" y="306641"/>
            <a:ext cx="1389415" cy="4880867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271F5F8-51B8-E1E9-02A2-80844EE88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3002" y="306641"/>
            <a:ext cx="4087699" cy="488086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C30494-B5CC-B5CB-D3A5-F46EA5EB7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BBB5-676D-4F44-9A00-181B7A6F52CE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D4C963-02E8-69EB-B3F6-6CDF44716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B19C05-25F3-F75C-06BB-6BDB4B438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AA05-0AD0-5949-BCA8-0A705A997D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1839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9E9AD6-DE3B-834C-F6EE-7CE27BC01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42F62DA-C002-970B-9E7C-014D632FB9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090" y="1579855"/>
            <a:ext cx="5993949" cy="3627653"/>
          </a:xfrm>
        </p:spPr>
        <p:txBody>
          <a:bodyPr/>
          <a:lstStyle>
            <a:lvl1pPr marL="316318"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F0522C-DB5B-BB39-529C-0B0E9D56C67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ACA74D-5BE1-4B96-AD61-3AB0A5E02EC7}" type="datetime4">
              <a:rPr lang="de-DE" smtClean="0"/>
              <a:t>30. Dezember 2025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06D9FB6-A578-0515-5026-D184C2D754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Albert-Ludwigs-Universität Freiburg | Präsentationstitel |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6C68862-1019-B291-D2FE-96DF560C0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2571F0E-BA57-4409-A3A5-945CC828A36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97005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orient="horz" pos="995" userDrawn="1">
          <p15:clr>
            <a:srgbClr val="FBAE40"/>
          </p15:clr>
        </p15:guide>
        <p15:guide id="3" pos="149" userDrawn="1">
          <p15:clr>
            <a:srgbClr val="FBAE40"/>
          </p15:clr>
        </p15:guide>
        <p15:guide id="4" pos="3924" userDrawn="1">
          <p15:clr>
            <a:srgbClr val="FBAE40"/>
          </p15:clr>
        </p15:guide>
        <p15:guide id="5" orient="horz" pos="195" userDrawn="1">
          <p15:clr>
            <a:srgbClr val="FBAE40"/>
          </p15:clr>
        </p15:guide>
        <p15:guide id="6" orient="horz" pos="899" userDrawn="1">
          <p15:clr>
            <a:srgbClr val="FBAE40"/>
          </p15:clr>
        </p15:guide>
        <p15:guide id="7" orient="horz" pos="328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BAAF289-D847-339A-F24A-C9B525EC1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08" y="306643"/>
            <a:ext cx="5557660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4E3A533-CD55-00A6-ED8D-0B560B49C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3008" y="1533188"/>
            <a:ext cx="5557660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ECB8C3-89B7-96D3-FFA1-EF3E16040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3014" y="5338164"/>
            <a:ext cx="1449824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69BBB5-676D-4F44-9A00-181B7A6F52CE}" type="datetimeFigureOut">
              <a:rPr lang="de-DE" smtClean="0"/>
              <a:t>30.12.2025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2EE581-B537-92D6-FDBB-27654352F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34470" y="5338164"/>
            <a:ext cx="2174737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616E21-B6EB-C17F-D846-8FD0F5863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50849" y="5338164"/>
            <a:ext cx="1449824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AA05-0AD0-5949-BCA8-0A705A997D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66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1339083" rtl="0" eaLnBrk="1" latinLnBrk="0" hangingPunct="1">
        <a:lnSpc>
          <a:spcPct val="90000"/>
        </a:lnSpc>
        <a:spcBef>
          <a:spcPct val="0"/>
        </a:spcBef>
        <a:buNone/>
        <a:defRPr sz="64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4772" indent="-334772" algn="l" defTabSz="1339083" rtl="0" eaLnBrk="1" latinLnBrk="0" hangingPunct="1">
        <a:lnSpc>
          <a:spcPct val="90000"/>
        </a:lnSpc>
        <a:spcBef>
          <a:spcPts val="1464"/>
        </a:spcBef>
        <a:buFont typeface="Arial" panose="020B0604020202020204" pitchFamily="34" charset="0"/>
        <a:buChar char="•"/>
        <a:defRPr sz="4100" kern="1200">
          <a:solidFill>
            <a:schemeClr val="tx1"/>
          </a:solidFill>
          <a:latin typeface="+mn-lt"/>
          <a:ea typeface="+mn-ea"/>
          <a:cs typeface="+mn-cs"/>
        </a:defRPr>
      </a:lvl1pPr>
      <a:lvl2pPr marL="1004312" indent="-334772" algn="l" defTabSz="1339083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3515" kern="1200">
          <a:solidFill>
            <a:schemeClr val="tx1"/>
          </a:solidFill>
          <a:latin typeface="+mn-lt"/>
          <a:ea typeface="+mn-ea"/>
          <a:cs typeface="+mn-cs"/>
        </a:defRPr>
      </a:lvl2pPr>
      <a:lvl3pPr marL="1673854" indent="-334772" algn="l" defTabSz="1339083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929" kern="1200">
          <a:solidFill>
            <a:schemeClr val="tx1"/>
          </a:solidFill>
          <a:latin typeface="+mn-lt"/>
          <a:ea typeface="+mn-ea"/>
          <a:cs typeface="+mn-cs"/>
        </a:defRPr>
      </a:lvl3pPr>
      <a:lvl4pPr marL="2343396" indent="-334772" algn="l" defTabSz="1339083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36" kern="1200">
          <a:solidFill>
            <a:schemeClr val="tx1"/>
          </a:solidFill>
          <a:latin typeface="+mn-lt"/>
          <a:ea typeface="+mn-ea"/>
          <a:cs typeface="+mn-cs"/>
        </a:defRPr>
      </a:lvl4pPr>
      <a:lvl5pPr marL="3012939" indent="-334772" algn="l" defTabSz="1339083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36" kern="1200">
          <a:solidFill>
            <a:schemeClr val="tx1"/>
          </a:solidFill>
          <a:latin typeface="+mn-lt"/>
          <a:ea typeface="+mn-ea"/>
          <a:cs typeface="+mn-cs"/>
        </a:defRPr>
      </a:lvl5pPr>
      <a:lvl6pPr marL="3682478" indent="-334772" algn="l" defTabSz="1339083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36" kern="1200">
          <a:solidFill>
            <a:schemeClr val="tx1"/>
          </a:solidFill>
          <a:latin typeface="+mn-lt"/>
          <a:ea typeface="+mn-ea"/>
          <a:cs typeface="+mn-cs"/>
        </a:defRPr>
      </a:lvl6pPr>
      <a:lvl7pPr marL="4352019" indent="-334772" algn="l" defTabSz="1339083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36" kern="1200">
          <a:solidFill>
            <a:schemeClr val="tx1"/>
          </a:solidFill>
          <a:latin typeface="+mn-lt"/>
          <a:ea typeface="+mn-ea"/>
          <a:cs typeface="+mn-cs"/>
        </a:defRPr>
      </a:lvl7pPr>
      <a:lvl8pPr marL="5021561" indent="-334772" algn="l" defTabSz="1339083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36" kern="1200">
          <a:solidFill>
            <a:schemeClr val="tx1"/>
          </a:solidFill>
          <a:latin typeface="+mn-lt"/>
          <a:ea typeface="+mn-ea"/>
          <a:cs typeface="+mn-cs"/>
        </a:defRPr>
      </a:lvl8pPr>
      <a:lvl9pPr marL="5691103" indent="-334772" algn="l" defTabSz="1339083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339083" rtl="0" eaLnBrk="1" latinLnBrk="0" hangingPunct="1">
        <a:defRPr sz="2636" kern="1200">
          <a:solidFill>
            <a:schemeClr val="tx1"/>
          </a:solidFill>
          <a:latin typeface="+mn-lt"/>
          <a:ea typeface="+mn-ea"/>
          <a:cs typeface="+mn-cs"/>
        </a:defRPr>
      </a:lvl1pPr>
      <a:lvl2pPr marL="669542" algn="l" defTabSz="1339083" rtl="0" eaLnBrk="1" latinLnBrk="0" hangingPunct="1">
        <a:defRPr sz="2636" kern="1200">
          <a:solidFill>
            <a:schemeClr val="tx1"/>
          </a:solidFill>
          <a:latin typeface="+mn-lt"/>
          <a:ea typeface="+mn-ea"/>
          <a:cs typeface="+mn-cs"/>
        </a:defRPr>
      </a:lvl2pPr>
      <a:lvl3pPr marL="1339083" algn="l" defTabSz="1339083" rtl="0" eaLnBrk="1" latinLnBrk="0" hangingPunct="1">
        <a:defRPr sz="2636" kern="1200">
          <a:solidFill>
            <a:schemeClr val="tx1"/>
          </a:solidFill>
          <a:latin typeface="+mn-lt"/>
          <a:ea typeface="+mn-ea"/>
          <a:cs typeface="+mn-cs"/>
        </a:defRPr>
      </a:lvl3pPr>
      <a:lvl4pPr marL="2008625" algn="l" defTabSz="1339083" rtl="0" eaLnBrk="1" latinLnBrk="0" hangingPunct="1">
        <a:defRPr sz="2636" kern="1200">
          <a:solidFill>
            <a:schemeClr val="tx1"/>
          </a:solidFill>
          <a:latin typeface="+mn-lt"/>
          <a:ea typeface="+mn-ea"/>
          <a:cs typeface="+mn-cs"/>
        </a:defRPr>
      </a:lvl4pPr>
      <a:lvl5pPr marL="2678167" algn="l" defTabSz="1339083" rtl="0" eaLnBrk="1" latinLnBrk="0" hangingPunct="1">
        <a:defRPr sz="2636" kern="1200">
          <a:solidFill>
            <a:schemeClr val="tx1"/>
          </a:solidFill>
          <a:latin typeface="+mn-lt"/>
          <a:ea typeface="+mn-ea"/>
          <a:cs typeface="+mn-cs"/>
        </a:defRPr>
      </a:lvl5pPr>
      <a:lvl6pPr marL="3347709" algn="l" defTabSz="1339083" rtl="0" eaLnBrk="1" latinLnBrk="0" hangingPunct="1">
        <a:defRPr sz="2636" kern="1200">
          <a:solidFill>
            <a:schemeClr val="tx1"/>
          </a:solidFill>
          <a:latin typeface="+mn-lt"/>
          <a:ea typeface="+mn-ea"/>
          <a:cs typeface="+mn-cs"/>
        </a:defRPr>
      </a:lvl6pPr>
      <a:lvl7pPr marL="4017249" algn="l" defTabSz="1339083" rtl="0" eaLnBrk="1" latinLnBrk="0" hangingPunct="1">
        <a:defRPr sz="2636" kern="1200">
          <a:solidFill>
            <a:schemeClr val="tx1"/>
          </a:solidFill>
          <a:latin typeface="+mn-lt"/>
          <a:ea typeface="+mn-ea"/>
          <a:cs typeface="+mn-cs"/>
        </a:defRPr>
      </a:lvl7pPr>
      <a:lvl8pPr marL="4686792" algn="l" defTabSz="1339083" rtl="0" eaLnBrk="1" latinLnBrk="0" hangingPunct="1">
        <a:defRPr sz="2636" kern="1200">
          <a:solidFill>
            <a:schemeClr val="tx1"/>
          </a:solidFill>
          <a:latin typeface="+mn-lt"/>
          <a:ea typeface="+mn-ea"/>
          <a:cs typeface="+mn-cs"/>
        </a:defRPr>
      </a:lvl8pPr>
      <a:lvl9pPr marL="5356332" algn="l" defTabSz="1339083" rtl="0" eaLnBrk="1" latinLnBrk="0" hangingPunct="1">
        <a:defRPr sz="26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44279D83-0403-406E-A74F-B3C6C2E69EE8}"/>
              </a:ext>
            </a:extLst>
          </p:cNvPr>
          <p:cNvSpPr/>
          <p:nvPr/>
        </p:nvSpPr>
        <p:spPr>
          <a:xfrm>
            <a:off x="1451004" y="103409"/>
            <a:ext cx="3611466" cy="6484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253" tIns="31126" rIns="62253" bIns="3112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1. Prepare drawn CAM data (concepts, incl. emotional evaluation and connections)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231FD93-DF7C-4B35-82BB-B97AA6134D9C}"/>
              </a:ext>
            </a:extLst>
          </p:cNvPr>
          <p:cNvSpPr/>
          <p:nvPr/>
        </p:nvSpPr>
        <p:spPr>
          <a:xfrm>
            <a:off x="1451004" y="962950"/>
            <a:ext cx="3611466" cy="6484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253" tIns="31126" rIns="62253" bIns="3112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2. Translation process: German concepts translated into English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212F48C-65EF-4448-8900-751AC16497FF}"/>
              </a:ext>
            </a:extLst>
          </p:cNvPr>
          <p:cNvSpPr/>
          <p:nvPr/>
        </p:nvSpPr>
        <p:spPr>
          <a:xfrm>
            <a:off x="668474" y="1822490"/>
            <a:ext cx="5176530" cy="11448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253" tIns="31126" rIns="62253" bIns="3112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3. Development of coding guidelines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571F3BA-C4D9-497A-8EC0-8BFCE8847DFD}"/>
              </a:ext>
            </a:extLst>
          </p:cNvPr>
          <p:cNvSpPr/>
          <p:nvPr/>
        </p:nvSpPr>
        <p:spPr>
          <a:xfrm>
            <a:off x="1372206" y="2139662"/>
            <a:ext cx="1601309" cy="6484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253" tIns="31126" rIns="62253" bIns="3112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Literature search (top down)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E62D356-F50B-4BD3-9E31-A54C408E5C8B}"/>
              </a:ext>
            </a:extLst>
          </p:cNvPr>
          <p:cNvSpPr/>
          <p:nvPr/>
        </p:nvSpPr>
        <p:spPr>
          <a:xfrm>
            <a:off x="3608605" y="2146720"/>
            <a:ext cx="1601309" cy="6484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253" tIns="31126" rIns="62253" bIns="3112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Collected data (bottom up)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8AC7246C-F380-446A-8191-80F871C305AA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2973515" y="2463895"/>
            <a:ext cx="635090" cy="7058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88FFEA47-70D0-499E-B4BF-B67A2FC16933}"/>
              </a:ext>
            </a:extLst>
          </p:cNvPr>
          <p:cNvSpPr/>
          <p:nvPr/>
        </p:nvSpPr>
        <p:spPr>
          <a:xfrm>
            <a:off x="1451004" y="3194845"/>
            <a:ext cx="3611466" cy="6484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253" tIns="31126" rIns="62253" bIns="3112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4. Employment of coding guidelines: categorize drawn concepts into categories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96CB123-0061-41EA-8D78-FB06D2A708E4}"/>
              </a:ext>
            </a:extLst>
          </p:cNvPr>
          <p:cNvSpPr/>
          <p:nvPr/>
        </p:nvSpPr>
        <p:spPr>
          <a:xfrm>
            <a:off x="1451004" y="4062609"/>
            <a:ext cx="3611466" cy="6484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253" tIns="31126" rIns="62253" bIns="3112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5. Applied quantitative analyses to investigate difference between categories separately for(soft) RR, SAR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253628C-21E6-47FB-B672-47E03440B5B0}"/>
              </a:ext>
            </a:extLst>
          </p:cNvPr>
          <p:cNvSpPr/>
          <p:nvPr/>
        </p:nvSpPr>
        <p:spPr>
          <a:xfrm>
            <a:off x="1451004" y="4933912"/>
            <a:ext cx="3611466" cy="69557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2253" tIns="31126" rIns="62253" bIns="3112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6. Employed Large Language Models (Llama-3.1-70B-Instruct; gpt-3.5-turbo) to semi-automatically summarize categories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6A906738-1BB3-4778-B8AF-ABE9203D4F0C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>
            <a:off x="3256737" y="751875"/>
            <a:ext cx="0" cy="21107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F191C607-BA59-4E6E-AB9E-2731E28C178E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3256737" y="1611415"/>
            <a:ext cx="2" cy="21107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2F29BB3B-84CF-428A-8576-10512EB70ACF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 flipH="1">
            <a:off x="3256737" y="2967325"/>
            <a:ext cx="2" cy="22752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2C71C63E-33E5-494F-B628-E0A95AB2D34D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3256737" y="3843309"/>
            <a:ext cx="0" cy="2192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ABF6618A-E05C-47F2-8A77-3A00EF480D00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3256737" y="4711072"/>
            <a:ext cx="0" cy="22283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234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57150">
          <a:tailEnd type="triangle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Microsoft Office PowerPoint</Application>
  <PresentationFormat>Benutzerdefiniert</PresentationFormat>
  <Paragraphs>9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Louisa E.</dc:creator>
  <cp:lastModifiedBy>Julius Fenn</cp:lastModifiedBy>
  <cp:revision>8</cp:revision>
  <dcterms:created xsi:type="dcterms:W3CDTF">2024-07-31T14:09:03Z</dcterms:created>
  <dcterms:modified xsi:type="dcterms:W3CDTF">2025-12-30T13:26:38Z</dcterms:modified>
</cp:coreProperties>
</file>