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60" r:id="rId2"/>
    <p:sldId id="288" r:id="rId3"/>
  </p:sldIdLst>
  <p:sldSz cx="12192000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us Fenn" initials="JF" lastIdx="8" clrIdx="0">
    <p:extLst>
      <p:ext uri="{19B8F6BF-5375-455C-9EA6-DF929625EA0E}">
        <p15:presenceInfo xmlns:p15="http://schemas.microsoft.com/office/powerpoint/2012/main" userId="4969b09ad1230f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070"/>
    <p:restoredTop sz="96197"/>
  </p:normalViewPr>
  <p:slideViewPr>
    <p:cSldViewPr snapToGrid="0">
      <p:cViewPr>
        <p:scale>
          <a:sx n="200" d="100"/>
          <a:sy n="200" d="100"/>
        </p:scale>
        <p:origin x="-4398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10B95-DE72-CA42-8E03-6337D8532236}" type="datetimeFigureOut">
              <a:rPr lang="de-DE" smtClean="0"/>
              <a:t>06.05.2025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4037013" y="1143000"/>
            <a:ext cx="149320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8975E-8E9A-1446-8739-76B5A1BBE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52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037013" y="1143000"/>
            <a:ext cx="14932026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08F78-4A22-0044-A158-87078105912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503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46150" y="1143000"/>
            <a:ext cx="49657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08F78-4A22-0044-A158-87078105912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870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12312"/>
            <a:ext cx="9144000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23249"/>
            <a:ext cx="9144000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28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9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28091"/>
            <a:ext cx="10515600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85991"/>
            <a:ext cx="10515600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75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75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5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70664"/>
            <a:ext cx="5181600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70664"/>
            <a:ext cx="5181600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9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4133"/>
            <a:ext cx="10515600" cy="48696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617594"/>
            <a:ext cx="5157787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920267"/>
            <a:ext cx="5157787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17594"/>
            <a:ext cx="5183188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920267"/>
            <a:ext cx="5183188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7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4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0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7958"/>
            <a:ext cx="3932237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62742"/>
            <a:ext cx="6172200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55809"/>
            <a:ext cx="3932237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91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7958"/>
            <a:ext cx="3932237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62742"/>
            <a:ext cx="6172200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55809"/>
            <a:ext cx="3932237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3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92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133"/>
            <a:ext cx="2628900" cy="21350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4133"/>
            <a:ext cx="7734300" cy="21350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5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4133"/>
            <a:ext cx="10515600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70664"/>
            <a:ext cx="10515600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335076"/>
            <a:ext cx="2743200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88342-571A-6841-AC1D-E620118845AD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335076"/>
            <a:ext cx="4114800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335076"/>
            <a:ext cx="2743200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1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Arrow Connector 12">
            <a:extLst>
              <a:ext uri="{FF2B5EF4-FFF2-40B4-BE49-F238E27FC236}">
                <a16:creationId xmlns:a16="http://schemas.microsoft.com/office/drawing/2014/main" id="{9DF0DCD2-CDAD-466C-B2CC-13899D4590F1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1362363" y="1259681"/>
            <a:ext cx="390871" cy="10398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aute 33">
            <a:extLst>
              <a:ext uri="{FF2B5EF4-FFF2-40B4-BE49-F238E27FC236}">
                <a16:creationId xmlns:a16="http://schemas.microsoft.com/office/drawing/2014/main" id="{8A8BA609-D66F-4932-9FAA-8F2262F1E5D6}"/>
              </a:ext>
            </a:extLst>
          </p:cNvPr>
          <p:cNvSpPr/>
          <p:nvPr/>
        </p:nvSpPr>
        <p:spPr>
          <a:xfrm>
            <a:off x="1753234" y="814556"/>
            <a:ext cx="2036127" cy="89025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assignment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F6BA69C5-48B5-4595-9B37-11B2402D91D1}"/>
              </a:ext>
            </a:extLst>
          </p:cNvPr>
          <p:cNvSpPr/>
          <p:nvPr/>
        </p:nvSpPr>
        <p:spPr>
          <a:xfrm>
            <a:off x="215803" y="912611"/>
            <a:ext cx="1146558" cy="7149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and consent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1FAC257-B638-4588-9B03-606D733B8198}"/>
              </a:ext>
            </a:extLst>
          </p:cNvPr>
          <p:cNvSpPr/>
          <p:nvPr/>
        </p:nvSpPr>
        <p:spPr>
          <a:xfrm>
            <a:off x="4204838" y="1313258"/>
            <a:ext cx="1236285" cy="8741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RR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774A5B8F-18DE-46B8-B403-D309D5E72DE8}"/>
              </a:ext>
            </a:extLst>
          </p:cNvPr>
          <p:cNvSpPr/>
          <p:nvPr/>
        </p:nvSpPr>
        <p:spPr>
          <a:xfrm>
            <a:off x="4180230" y="362432"/>
            <a:ext cx="1268682" cy="8902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SAR</a:t>
            </a:r>
          </a:p>
        </p:txBody>
      </p:sp>
      <p:cxnSp>
        <p:nvCxnSpPr>
          <p:cNvPr id="38" name="Straight Arrow Connector 12">
            <a:extLst>
              <a:ext uri="{FF2B5EF4-FFF2-40B4-BE49-F238E27FC236}">
                <a16:creationId xmlns:a16="http://schemas.microsoft.com/office/drawing/2014/main" id="{72EDD3F7-5854-45F4-8F16-8D762C243E19}"/>
              </a:ext>
            </a:extLst>
          </p:cNvPr>
          <p:cNvCxnSpPr>
            <a:cxnSpLocks/>
            <a:stCxn id="34" idx="3"/>
            <a:endCxn id="36" idx="2"/>
          </p:cNvCxnSpPr>
          <p:nvPr/>
        </p:nvCxnSpPr>
        <p:spPr>
          <a:xfrm>
            <a:off x="3789361" y="1259681"/>
            <a:ext cx="415477" cy="490658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12">
            <a:extLst>
              <a:ext uri="{FF2B5EF4-FFF2-40B4-BE49-F238E27FC236}">
                <a16:creationId xmlns:a16="http://schemas.microsoft.com/office/drawing/2014/main" id="{B93A1DBE-5413-4CA1-81A6-48D98EC254ED}"/>
              </a:ext>
            </a:extLst>
          </p:cNvPr>
          <p:cNvCxnSpPr>
            <a:cxnSpLocks/>
            <a:stCxn id="34" idx="3"/>
            <a:endCxn id="37" idx="2"/>
          </p:cNvCxnSpPr>
          <p:nvPr/>
        </p:nvCxnSpPr>
        <p:spPr>
          <a:xfrm flipV="1">
            <a:off x="3789361" y="807557"/>
            <a:ext cx="390871" cy="452125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hteck: abgerundete Ecken 4">
            <a:extLst>
              <a:ext uri="{FF2B5EF4-FFF2-40B4-BE49-F238E27FC236}">
                <a16:creationId xmlns:a16="http://schemas.microsoft.com/office/drawing/2014/main" id="{38ED0957-06CB-419C-8456-EA89D295D675}"/>
              </a:ext>
            </a:extLst>
          </p:cNvPr>
          <p:cNvSpPr txBox="1">
            <a:spLocks/>
          </p:cNvSpPr>
          <p:nvPr/>
        </p:nvSpPr>
        <p:spPr>
          <a:xfrm>
            <a:off x="5779407" y="912323"/>
            <a:ext cx="1296693" cy="71551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 CAM</a:t>
            </a:r>
          </a:p>
        </p:txBody>
      </p: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02E94D29-272D-4105-A24E-89FC4D8B842C}"/>
              </a:ext>
            </a:extLst>
          </p:cNvPr>
          <p:cNvCxnSpPr>
            <a:cxnSpLocks/>
            <a:stCxn id="37" idx="6"/>
            <a:endCxn id="40" idx="1"/>
          </p:cNvCxnSpPr>
          <p:nvPr/>
        </p:nvCxnSpPr>
        <p:spPr>
          <a:xfrm>
            <a:off x="5448914" y="807557"/>
            <a:ext cx="330493" cy="462523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00C73C9B-3750-4F5D-8ACC-418F3F4D0FE3}"/>
              </a:ext>
            </a:extLst>
          </p:cNvPr>
          <p:cNvCxnSpPr>
            <a:cxnSpLocks/>
            <a:stCxn id="36" idx="6"/>
            <a:endCxn id="40" idx="1"/>
          </p:cNvCxnSpPr>
          <p:nvPr/>
        </p:nvCxnSpPr>
        <p:spPr>
          <a:xfrm flipV="1">
            <a:off x="5441121" y="1270079"/>
            <a:ext cx="338284" cy="48026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hteck: abgerundete Ecken 4">
            <a:extLst>
              <a:ext uri="{FF2B5EF4-FFF2-40B4-BE49-F238E27FC236}">
                <a16:creationId xmlns:a16="http://schemas.microsoft.com/office/drawing/2014/main" id="{2458B10B-0F0B-462A-846A-F94DABC6825C}"/>
              </a:ext>
            </a:extLst>
          </p:cNvPr>
          <p:cNvSpPr txBox="1">
            <a:spLocks/>
          </p:cNvSpPr>
          <p:nvPr/>
        </p:nvSpPr>
        <p:spPr>
          <a:xfrm>
            <a:off x="9026468" y="912035"/>
            <a:ext cx="1296693" cy="71551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 drawn CAM</a:t>
            </a:r>
          </a:p>
        </p:txBody>
      </p:sp>
      <p:sp>
        <p:nvSpPr>
          <p:cNvPr id="30" name="Rechteck: abgerundete Ecken 4">
            <a:extLst>
              <a:ext uri="{FF2B5EF4-FFF2-40B4-BE49-F238E27FC236}">
                <a16:creationId xmlns:a16="http://schemas.microsoft.com/office/drawing/2014/main" id="{98053023-DA99-4426-9E12-3111A9F9E0BD}"/>
              </a:ext>
            </a:extLst>
          </p:cNvPr>
          <p:cNvSpPr txBox="1">
            <a:spLocks/>
          </p:cNvSpPr>
          <p:nvPr/>
        </p:nvSpPr>
        <p:spPr>
          <a:xfrm>
            <a:off x="10680933" y="912035"/>
            <a:ext cx="1296693" cy="71551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Questions</a:t>
            </a:r>
          </a:p>
        </p:txBody>
      </p:sp>
      <p:cxnSp>
        <p:nvCxnSpPr>
          <p:cNvPr id="48" name="Straight Arrow Connector 12">
            <a:extLst>
              <a:ext uri="{FF2B5EF4-FFF2-40B4-BE49-F238E27FC236}">
                <a16:creationId xmlns:a16="http://schemas.microsoft.com/office/drawing/2014/main" id="{DB38EAEA-03C1-4808-BFCD-D28ECA9FAEEF}"/>
              </a:ext>
            </a:extLst>
          </p:cNvPr>
          <p:cNvCxnSpPr>
            <a:cxnSpLocks/>
            <a:stCxn id="46" idx="3"/>
            <a:endCxn id="30" idx="1"/>
          </p:cNvCxnSpPr>
          <p:nvPr/>
        </p:nvCxnSpPr>
        <p:spPr>
          <a:xfrm>
            <a:off x="10323159" y="1269791"/>
            <a:ext cx="357772" cy="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lipse 77">
            <a:extLst>
              <a:ext uri="{FF2B5EF4-FFF2-40B4-BE49-F238E27FC236}">
                <a16:creationId xmlns:a16="http://schemas.microsoft.com/office/drawing/2014/main" id="{BB75F447-D183-4E16-B7BE-1A3E9C913B17}"/>
              </a:ext>
            </a:extLst>
          </p:cNvPr>
          <p:cNvSpPr/>
          <p:nvPr/>
        </p:nvSpPr>
        <p:spPr>
          <a:xfrm>
            <a:off x="7438990" y="1313258"/>
            <a:ext cx="1236285" cy="8741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RR</a:t>
            </a: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623AA891-C31D-415C-B098-576763DBD963}"/>
              </a:ext>
            </a:extLst>
          </p:cNvPr>
          <p:cNvSpPr/>
          <p:nvPr/>
        </p:nvSpPr>
        <p:spPr>
          <a:xfrm>
            <a:off x="7414382" y="362432"/>
            <a:ext cx="1268682" cy="8902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SAR</a:t>
            </a:r>
          </a:p>
        </p:txBody>
      </p:sp>
      <p:cxnSp>
        <p:nvCxnSpPr>
          <p:cNvPr id="80" name="Straight Arrow Connector 12">
            <a:extLst>
              <a:ext uri="{FF2B5EF4-FFF2-40B4-BE49-F238E27FC236}">
                <a16:creationId xmlns:a16="http://schemas.microsoft.com/office/drawing/2014/main" id="{EF7FEBA2-412A-4A9D-885E-9A2F5BA6EAEE}"/>
              </a:ext>
            </a:extLst>
          </p:cNvPr>
          <p:cNvCxnSpPr>
            <a:cxnSpLocks/>
            <a:stCxn id="40" idx="3"/>
            <a:endCxn id="78" idx="2"/>
          </p:cNvCxnSpPr>
          <p:nvPr/>
        </p:nvCxnSpPr>
        <p:spPr>
          <a:xfrm>
            <a:off x="7076098" y="1270079"/>
            <a:ext cx="362890" cy="48026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12">
            <a:extLst>
              <a:ext uri="{FF2B5EF4-FFF2-40B4-BE49-F238E27FC236}">
                <a16:creationId xmlns:a16="http://schemas.microsoft.com/office/drawing/2014/main" id="{52942A33-5634-4E0F-B110-77C296954AB9}"/>
              </a:ext>
            </a:extLst>
          </p:cNvPr>
          <p:cNvCxnSpPr>
            <a:cxnSpLocks/>
            <a:stCxn id="40" idx="3"/>
            <a:endCxn id="79" idx="2"/>
          </p:cNvCxnSpPr>
          <p:nvPr/>
        </p:nvCxnSpPr>
        <p:spPr>
          <a:xfrm flipV="1">
            <a:off x="7076098" y="807557"/>
            <a:ext cx="338284" cy="462523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E03D1A02-7995-4E5B-89C9-4455441E1F8E}"/>
              </a:ext>
            </a:extLst>
          </p:cNvPr>
          <p:cNvCxnSpPr>
            <a:cxnSpLocks/>
            <a:stCxn id="79" idx="6"/>
            <a:endCxn id="46" idx="1"/>
          </p:cNvCxnSpPr>
          <p:nvPr/>
        </p:nvCxnSpPr>
        <p:spPr>
          <a:xfrm>
            <a:off x="8683064" y="807557"/>
            <a:ext cx="343402" cy="462235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12">
            <a:extLst>
              <a:ext uri="{FF2B5EF4-FFF2-40B4-BE49-F238E27FC236}">
                <a16:creationId xmlns:a16="http://schemas.microsoft.com/office/drawing/2014/main" id="{D82E94A0-4616-46AB-8947-EF4EE5A2E245}"/>
              </a:ext>
            </a:extLst>
          </p:cNvPr>
          <p:cNvCxnSpPr>
            <a:cxnSpLocks/>
            <a:stCxn id="78" idx="6"/>
            <a:endCxn id="46" idx="1"/>
          </p:cNvCxnSpPr>
          <p:nvPr/>
        </p:nvCxnSpPr>
        <p:spPr>
          <a:xfrm flipV="1">
            <a:off x="8675275" y="1269791"/>
            <a:ext cx="351193" cy="480548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4607B5C9-F04C-45F5-90D5-6AC84A3A04FA}"/>
              </a:ext>
            </a:extLst>
          </p:cNvPr>
          <p:cNvSpPr txBox="1"/>
          <p:nvPr/>
        </p:nvSpPr>
        <p:spPr>
          <a:xfrm>
            <a:off x="5107313" y="185810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N=99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E767B70C-0864-4DC9-AF7A-BB399F493AB2}"/>
              </a:ext>
            </a:extLst>
          </p:cNvPr>
          <p:cNvSpPr txBox="1"/>
          <p:nvPr/>
        </p:nvSpPr>
        <p:spPr>
          <a:xfrm>
            <a:off x="5107313" y="2045933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N=117</a:t>
            </a:r>
          </a:p>
        </p:txBody>
      </p:sp>
    </p:spTree>
    <p:extLst>
      <p:ext uri="{BB962C8B-B14F-4D97-AF65-F5344CB8AC3E}">
        <p14:creationId xmlns:p14="http://schemas.microsoft.com/office/powerpoint/2010/main" val="427067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F4BD219B-C434-4B61-A6E3-7D12C701F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82" y="1163826"/>
            <a:ext cx="1859595" cy="986078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56D8E60-3AA0-42C3-B47A-0B9B655C6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215" y="1052074"/>
            <a:ext cx="2131092" cy="1175642"/>
          </a:xfrm>
          <a:prstGeom prst="rect">
            <a:avLst/>
          </a:prstGeom>
        </p:spPr>
      </p:pic>
      <p:sp>
        <p:nvSpPr>
          <p:cNvPr id="26" name="Rechteck: abgerundete Ecken 4">
            <a:extLst>
              <a:ext uri="{FF2B5EF4-FFF2-40B4-BE49-F238E27FC236}">
                <a16:creationId xmlns:a16="http://schemas.microsoft.com/office/drawing/2014/main" id="{1A36FC5E-F071-4055-AAD7-44A38FE934E0}"/>
              </a:ext>
            </a:extLst>
          </p:cNvPr>
          <p:cNvSpPr txBox="1">
            <a:spLocks/>
          </p:cNvSpPr>
          <p:nvPr/>
        </p:nvSpPr>
        <p:spPr>
          <a:xfrm>
            <a:off x="5350223" y="291454"/>
            <a:ext cx="431054" cy="23785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30397" tIns="15199" rIns="30397" bIns="15199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CAM</a:t>
            </a:r>
          </a:p>
        </p:txBody>
      </p: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FC536E56-2519-425B-A266-3030B440A8F6}"/>
              </a:ext>
            </a:extLst>
          </p:cNvPr>
          <p:cNvCxnSpPr>
            <a:cxnSpLocks/>
            <a:stCxn id="26" idx="3"/>
            <a:endCxn id="27" idx="2"/>
          </p:cNvCxnSpPr>
          <p:nvPr/>
        </p:nvCxnSpPr>
        <p:spPr>
          <a:xfrm flipV="1">
            <a:off x="5781277" y="283024"/>
            <a:ext cx="636667" cy="127357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hteck: abgerundete Ecken 4">
            <a:extLst>
              <a:ext uri="{FF2B5EF4-FFF2-40B4-BE49-F238E27FC236}">
                <a16:creationId xmlns:a16="http://schemas.microsoft.com/office/drawing/2014/main" id="{705AF8AC-2443-44D6-B17B-6F84C811BA5F}"/>
              </a:ext>
            </a:extLst>
          </p:cNvPr>
          <p:cNvSpPr txBox="1">
            <a:spLocks/>
          </p:cNvSpPr>
          <p:nvPr/>
        </p:nvSpPr>
        <p:spPr>
          <a:xfrm>
            <a:off x="7294283" y="297884"/>
            <a:ext cx="431054" cy="23785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30397" tIns="15199" rIns="30397" bIns="15199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drawn CAM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36D9447-FC1E-44DA-850A-139AB57C334D}"/>
              </a:ext>
            </a:extLst>
          </p:cNvPr>
          <p:cNvSpPr/>
          <p:nvPr/>
        </p:nvSpPr>
        <p:spPr>
          <a:xfrm>
            <a:off x="4466663" y="428182"/>
            <a:ext cx="410973" cy="2905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SAR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C150063-DD46-48B1-9AE4-BCCFB9A95513}"/>
              </a:ext>
            </a:extLst>
          </p:cNvPr>
          <p:cNvSpPr/>
          <p:nvPr/>
        </p:nvSpPr>
        <p:spPr>
          <a:xfrm>
            <a:off x="4458483" y="112103"/>
            <a:ext cx="421742" cy="29594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RR</a:t>
            </a:r>
          </a:p>
        </p:txBody>
      </p: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BA94770B-3F96-4828-B017-9B373318495E}"/>
              </a:ext>
            </a:extLst>
          </p:cNvPr>
          <p:cNvCxnSpPr>
            <a:cxnSpLocks/>
            <a:stCxn id="15" idx="6"/>
            <a:endCxn id="26" idx="1"/>
          </p:cNvCxnSpPr>
          <p:nvPr/>
        </p:nvCxnSpPr>
        <p:spPr>
          <a:xfrm>
            <a:off x="4880226" y="260074"/>
            <a:ext cx="469997" cy="150307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AF62404F-8015-4461-8E14-CA375861F6DD}"/>
              </a:ext>
            </a:extLst>
          </p:cNvPr>
          <p:cNvCxnSpPr>
            <a:cxnSpLocks/>
            <a:stCxn id="14" idx="6"/>
            <a:endCxn id="26" idx="1"/>
          </p:cNvCxnSpPr>
          <p:nvPr/>
        </p:nvCxnSpPr>
        <p:spPr>
          <a:xfrm flipV="1">
            <a:off x="4877636" y="410381"/>
            <a:ext cx="472587" cy="163098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lipse 24">
            <a:extLst>
              <a:ext uri="{FF2B5EF4-FFF2-40B4-BE49-F238E27FC236}">
                <a16:creationId xmlns:a16="http://schemas.microsoft.com/office/drawing/2014/main" id="{AFD7F0CE-4614-4968-B8E4-E931CA9ABDFC}"/>
              </a:ext>
            </a:extLst>
          </p:cNvPr>
          <p:cNvSpPr/>
          <p:nvPr/>
        </p:nvSpPr>
        <p:spPr>
          <a:xfrm>
            <a:off x="6423329" y="460443"/>
            <a:ext cx="410973" cy="2905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SAR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C6ACC20F-B83D-4093-9B02-399D2669C412}"/>
              </a:ext>
            </a:extLst>
          </p:cNvPr>
          <p:cNvSpPr/>
          <p:nvPr/>
        </p:nvSpPr>
        <p:spPr>
          <a:xfrm>
            <a:off x="6417944" y="135053"/>
            <a:ext cx="421742" cy="29594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RR</a:t>
            </a:r>
          </a:p>
        </p:txBody>
      </p: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45DDFE04-FF09-4BEB-AC16-CCC8AD9A8959}"/>
              </a:ext>
            </a:extLst>
          </p:cNvPr>
          <p:cNvCxnSpPr>
            <a:cxnSpLocks/>
            <a:stCxn id="26" idx="3"/>
            <a:endCxn id="25" idx="2"/>
          </p:cNvCxnSpPr>
          <p:nvPr/>
        </p:nvCxnSpPr>
        <p:spPr>
          <a:xfrm>
            <a:off x="5781277" y="410381"/>
            <a:ext cx="642052" cy="195359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17BAB3E4-7E43-4E7E-8F42-9AA3A74D8734}"/>
              </a:ext>
            </a:extLst>
          </p:cNvPr>
          <p:cNvCxnSpPr>
            <a:cxnSpLocks/>
            <a:stCxn id="25" idx="6"/>
            <a:endCxn id="36" idx="1"/>
          </p:cNvCxnSpPr>
          <p:nvPr/>
        </p:nvCxnSpPr>
        <p:spPr>
          <a:xfrm flipV="1">
            <a:off x="6834302" y="416812"/>
            <a:ext cx="459981" cy="188928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12">
            <a:extLst>
              <a:ext uri="{FF2B5EF4-FFF2-40B4-BE49-F238E27FC236}">
                <a16:creationId xmlns:a16="http://schemas.microsoft.com/office/drawing/2014/main" id="{16AC7946-F304-46B5-8D48-EB16CBAFE8D4}"/>
              </a:ext>
            </a:extLst>
          </p:cNvPr>
          <p:cNvCxnSpPr>
            <a:cxnSpLocks/>
            <a:stCxn id="27" idx="6"/>
            <a:endCxn id="36" idx="1"/>
          </p:cNvCxnSpPr>
          <p:nvPr/>
        </p:nvCxnSpPr>
        <p:spPr>
          <a:xfrm>
            <a:off x="6839687" y="283024"/>
            <a:ext cx="454596" cy="133787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79726803-CFD6-4E59-B15D-C7AC4F0ADEE7}"/>
              </a:ext>
            </a:extLst>
          </p:cNvPr>
          <p:cNvSpPr/>
          <p:nvPr/>
        </p:nvSpPr>
        <p:spPr>
          <a:xfrm>
            <a:off x="5994806" y="1345068"/>
            <a:ext cx="226735" cy="159081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962F0508-39D6-4538-97B9-AA75E6B5F319}"/>
              </a:ext>
            </a:extLst>
          </p:cNvPr>
          <p:cNvSpPr/>
          <p:nvPr/>
        </p:nvSpPr>
        <p:spPr>
          <a:xfrm>
            <a:off x="6298022" y="815915"/>
            <a:ext cx="551301" cy="15490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“new” (N)</a:t>
            </a:r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8C71BA1B-401D-404B-84E1-93F869A77557}"/>
              </a:ext>
            </a:extLst>
          </p:cNvPr>
          <p:cNvCxnSpPr>
            <a:cxnSpLocks/>
            <a:stCxn id="54" idx="0"/>
            <a:endCxn id="53" idx="2"/>
          </p:cNvCxnSpPr>
          <p:nvPr/>
        </p:nvCxnSpPr>
        <p:spPr>
          <a:xfrm flipH="1" flipV="1">
            <a:off x="6573673" y="970819"/>
            <a:ext cx="678459" cy="8467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EA9CDD8B-07FF-4BDE-942E-86B56EDAB44F}"/>
              </a:ext>
            </a:extLst>
          </p:cNvPr>
          <p:cNvCxnSpPr>
            <a:cxnSpLocks/>
            <a:stCxn id="52" idx="0"/>
            <a:endCxn id="53" idx="2"/>
          </p:cNvCxnSpPr>
          <p:nvPr/>
        </p:nvCxnSpPr>
        <p:spPr>
          <a:xfrm flipV="1">
            <a:off x="6108174" y="970819"/>
            <a:ext cx="465499" cy="37424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85957B42-83F4-4054-BB27-68C00CC0915E}"/>
              </a:ext>
            </a:extLst>
          </p:cNvPr>
          <p:cNvSpPr/>
          <p:nvPr/>
        </p:nvSpPr>
        <p:spPr>
          <a:xfrm>
            <a:off x="4985395" y="815915"/>
            <a:ext cx="551301" cy="15490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“deleted” (D)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F9840738-4135-43E0-911C-39A788D52C37}"/>
              </a:ext>
            </a:extLst>
          </p:cNvPr>
          <p:cNvSpPr/>
          <p:nvPr/>
        </p:nvSpPr>
        <p:spPr>
          <a:xfrm>
            <a:off x="7138765" y="1055491"/>
            <a:ext cx="226735" cy="159081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AF536EAA-B8AC-4396-B679-60CE43B7D418}"/>
              </a:ext>
            </a:extLst>
          </p:cNvPr>
          <p:cNvSpPr/>
          <p:nvPr/>
        </p:nvSpPr>
        <p:spPr>
          <a:xfrm>
            <a:off x="6818687" y="1113376"/>
            <a:ext cx="226735" cy="159081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E756D746-2581-4A49-98D8-DA4A45394EC7}"/>
              </a:ext>
            </a:extLst>
          </p:cNvPr>
          <p:cNvSpPr/>
          <p:nvPr/>
        </p:nvSpPr>
        <p:spPr>
          <a:xfrm>
            <a:off x="6843145" y="1345068"/>
            <a:ext cx="226735" cy="159081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CAD49BD5-3853-484B-BE92-153F4AE5C9D5}"/>
              </a:ext>
            </a:extLst>
          </p:cNvPr>
          <p:cNvSpPr/>
          <p:nvPr/>
        </p:nvSpPr>
        <p:spPr>
          <a:xfrm>
            <a:off x="6573673" y="1295601"/>
            <a:ext cx="226735" cy="159081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AC367CD6-7FC9-4F0E-BC3B-3ACF384FA369}"/>
              </a:ext>
            </a:extLst>
          </p:cNvPr>
          <p:cNvSpPr/>
          <p:nvPr/>
        </p:nvSpPr>
        <p:spPr>
          <a:xfrm>
            <a:off x="6241027" y="1979272"/>
            <a:ext cx="226735" cy="159081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9A003B58-8F18-4FA0-8B38-8471328C5EDD}"/>
              </a:ext>
            </a:extLst>
          </p:cNvPr>
          <p:cNvCxnSpPr>
            <a:cxnSpLocks/>
            <a:stCxn id="56" idx="0"/>
            <a:endCxn id="53" idx="2"/>
          </p:cNvCxnSpPr>
          <p:nvPr/>
        </p:nvCxnSpPr>
        <p:spPr>
          <a:xfrm flipH="1" flipV="1">
            <a:off x="6573673" y="970819"/>
            <a:ext cx="358381" cy="1425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8675E82D-E36A-416E-81F8-0ED183D0EE40}"/>
              </a:ext>
            </a:extLst>
          </p:cNvPr>
          <p:cNvSpPr/>
          <p:nvPr/>
        </p:nvSpPr>
        <p:spPr>
          <a:xfrm>
            <a:off x="4985396" y="1340797"/>
            <a:ext cx="212858" cy="159081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0E84FCB9-09FD-4A42-892A-A4221723CA5E}"/>
              </a:ext>
            </a:extLst>
          </p:cNvPr>
          <p:cNvSpPr/>
          <p:nvPr/>
        </p:nvSpPr>
        <p:spPr>
          <a:xfrm>
            <a:off x="6731809" y="2256395"/>
            <a:ext cx="235028" cy="237855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17C69A37-F14C-4AB7-8CAD-172BDDB2A570}"/>
              </a:ext>
            </a:extLst>
          </p:cNvPr>
          <p:cNvSpPr/>
          <p:nvPr/>
        </p:nvSpPr>
        <p:spPr>
          <a:xfrm>
            <a:off x="4701813" y="2252697"/>
            <a:ext cx="235028" cy="23785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9606A0C2-B845-4426-9785-2B6385C6BD1F}"/>
                  </a:ext>
                </a:extLst>
              </p:cNvPr>
              <p:cNvSpPr/>
              <p:nvPr/>
            </p:nvSpPr>
            <p:spPr>
              <a:xfrm>
                <a:off x="7021251" y="2256395"/>
                <a:ext cx="235028" cy="237855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6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064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de-DE" sz="1064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6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9606A0C2-B845-4426-9785-2B6385C6BD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251" y="2256395"/>
                <a:ext cx="235028" cy="237855"/>
              </a:xfrm>
              <a:prstGeom prst="ellipse">
                <a:avLst/>
              </a:prstGeom>
              <a:blipFill>
                <a:blip r:embed="rId5"/>
                <a:stretch>
                  <a:fillRect l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DADFE31F-00F6-4DF7-9726-CF2D8DE124A6}"/>
                  </a:ext>
                </a:extLst>
              </p:cNvPr>
              <p:cNvSpPr/>
              <p:nvPr/>
            </p:nvSpPr>
            <p:spPr>
              <a:xfrm>
                <a:off x="4971634" y="2252296"/>
                <a:ext cx="235028" cy="237855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6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064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de-DE" sz="1064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6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DADFE31F-00F6-4DF7-9726-CF2D8DE12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634" y="2252296"/>
                <a:ext cx="235028" cy="237855"/>
              </a:xfrm>
              <a:prstGeom prst="ellipse">
                <a:avLst/>
              </a:prstGeom>
              <a:blipFill>
                <a:blip r:embed="rId6"/>
                <a:stretch>
                  <a:fillRect l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hteck 69">
            <a:extLst>
              <a:ext uri="{FF2B5EF4-FFF2-40B4-BE49-F238E27FC236}">
                <a16:creationId xmlns:a16="http://schemas.microsoft.com/office/drawing/2014/main" id="{1B0E43C0-A7FD-4D67-BE91-EFA1EEB4348D}"/>
              </a:ext>
            </a:extLst>
          </p:cNvPr>
          <p:cNvSpPr/>
          <p:nvPr/>
        </p:nvSpPr>
        <p:spPr>
          <a:xfrm>
            <a:off x="7074028" y="1402982"/>
            <a:ext cx="226735" cy="159081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Pfeil: nach rechts 70">
            <a:extLst>
              <a:ext uri="{FF2B5EF4-FFF2-40B4-BE49-F238E27FC236}">
                <a16:creationId xmlns:a16="http://schemas.microsoft.com/office/drawing/2014/main" id="{0B32CEFC-E279-476F-9DD4-3C848E406B07}"/>
              </a:ext>
            </a:extLst>
          </p:cNvPr>
          <p:cNvSpPr/>
          <p:nvPr/>
        </p:nvSpPr>
        <p:spPr>
          <a:xfrm>
            <a:off x="5576219" y="2256204"/>
            <a:ext cx="785315" cy="237855"/>
          </a:xfrm>
          <a:prstGeom prst="rightArrow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37429FD0-C766-4AAD-9DE1-D461017BC073}"/>
              </a:ext>
            </a:extLst>
          </p:cNvPr>
          <p:cNvCxnSpPr>
            <a:cxnSpLocks/>
            <a:stCxn id="65" idx="0"/>
            <a:endCxn id="32" idx="2"/>
          </p:cNvCxnSpPr>
          <p:nvPr/>
        </p:nvCxnSpPr>
        <p:spPr>
          <a:xfrm flipV="1">
            <a:off x="5091825" y="970818"/>
            <a:ext cx="169221" cy="369978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4" name="Textfeld 103">
            <a:extLst>
              <a:ext uri="{FF2B5EF4-FFF2-40B4-BE49-F238E27FC236}">
                <a16:creationId xmlns:a16="http://schemas.microsoft.com/office/drawing/2014/main" id="{EC33F92E-1CE3-4025-AECE-CAE537FB4096}"/>
              </a:ext>
            </a:extLst>
          </p:cNvPr>
          <p:cNvSpPr txBox="1"/>
          <p:nvPr/>
        </p:nvSpPr>
        <p:spPr>
          <a:xfrm>
            <a:off x="5333745" y="2156136"/>
            <a:ext cx="1370209" cy="18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(N) and deleted (D) concepts</a:t>
            </a:r>
          </a:p>
        </p:txBody>
      </p:sp>
    </p:spTree>
    <p:extLst>
      <p:ext uri="{BB962C8B-B14F-4D97-AF65-F5344CB8AC3E}">
        <p14:creationId xmlns:p14="http://schemas.microsoft.com/office/powerpoint/2010/main" val="81959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67</Words>
  <Application>Microsoft Office PowerPoint</Application>
  <PresentationFormat>Benutzerdefiniert</PresentationFormat>
  <Paragraphs>26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Office Theme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Helm</dc:creator>
  <cp:lastModifiedBy>Julius Fenn</cp:lastModifiedBy>
  <cp:revision>130</cp:revision>
  <dcterms:created xsi:type="dcterms:W3CDTF">2022-11-11T07:25:43Z</dcterms:created>
  <dcterms:modified xsi:type="dcterms:W3CDTF">2025-05-06T13:57:26Z</dcterms:modified>
</cp:coreProperties>
</file>